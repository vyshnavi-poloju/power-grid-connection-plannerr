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580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5191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Grid Connection Planner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cheapest power network for every substation, and reroute instantly when a line fails.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71749"/>
            <a:ext cx="7863840" cy="1657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NO:14</a:t>
            </a:r>
          </a:p>
          <a:p>
            <a:pPr marL="0" indent="0">
              <a:buNone/>
            </a:pPr>
            <a:endParaRPr lang="en-US" sz="1400" b="1" dirty="0">
              <a:solidFill>
                <a:srgbClr val="F5A62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J.SOWMIKA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N.SUSHMA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P.VYSHNAVI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V.SHRUTHI</a:t>
            </a:r>
          </a:p>
          <a:p>
            <a:pPr marL="0" indent="0">
              <a:buNone/>
            </a:pPr>
            <a:endParaRPr lang="en-US" sz="1400" b="1" dirty="0">
              <a:solidFill>
                <a:srgbClr val="F5A62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F5A62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4229100"/>
            <a:ext cx="7863840" cy="604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infrastructure, energy and utilities, graph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3383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must link many substations with thousands of km of cable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costs money to build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fail, and backup paths are chosen by guesswork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68980" y="118872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8980" y="1188720"/>
            <a:ext cx="73152" cy="33832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7580" y="12984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97580" y="169164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and construction are the biggest cost in grid expansion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hit hospitals, homes and industry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rerouting limits downtime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18872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188720"/>
            <a:ext cx="73152" cy="3383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2984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challenges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69164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nodes at minimum total cost, with no cycles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cheapest alternative route after a failure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decision, not just output a number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Innovation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66160" cy="3383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planner that designs the grid and protects it: a minimum spanning tree for the build, shortest paths for the backup.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approach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MST algorithms run side by side so you can see why they agree.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43891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188720"/>
            <a:ext cx="73152" cy="3383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298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691640"/>
            <a:ext cx="4023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Prim and Kruskal with a plain-language decision log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line to fail it and watch the network rebuild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backup route with cost and detour versus the original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comparison table: cost, links built, work done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split grids: flags unreachable substations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Substations, candidate lines, costs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31720" y="1874520"/>
            <a:ext cx="228600" cy="274320"/>
          </a:xfrm>
          <a:prstGeom prst="rightArrow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2801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874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graph; failed edges removed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874520"/>
            <a:ext cx="228600" cy="274320"/>
          </a:xfrm>
          <a:prstGeom prst="rightArrow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80160"/>
            <a:ext cx="1828800" cy="1463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874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Prim, Kruskal, Dijkstra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1874520"/>
            <a:ext cx="228600" cy="274320"/>
          </a:xfrm>
          <a:prstGeom prst="rightArrow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12801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874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cost, backup route, log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journey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411480" cy="4114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grid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39696" y="3520440"/>
            <a:ext cx="411480" cy="4114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39696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139696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Prim or Kruskal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22192" y="3520440"/>
            <a:ext cx="411480" cy="4114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22192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822192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each decision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04688" y="3520440"/>
            <a:ext cx="411480" cy="4114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04688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504688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a line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87184" y="3520440"/>
            <a:ext cx="411480" cy="4114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87184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87184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backup route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&amp; Algorithm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</a:t>
            </a:r>
            <a:r>
              <a:rPr lang="en-US" sz="140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 (API)  |  React (UI)  |  SVG graph view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194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chosen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 MST from a start 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on dense grids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 with heap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edges, skip cycles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Simple; Disjoint Set detects cycles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 backup 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Costs are non-negative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 and Kruskal produce the same minimum cost, so running both validates the result. Dijkstra reuses the same graph after a failure.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&amp; Impact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1C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 of the planner here]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09160" y="118872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1188720"/>
            <a:ext cx="73152" cy="16002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984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output (9 substations)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916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network: 8 links, total cost 29 (Prim = Kruskal)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Hub–East fails: Plant → Hub → North C → East costs 16, only +1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292608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926080"/>
            <a:ext cx="73152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30358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benefits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4290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build cost with a provable minimum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outage response with a ready backup path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logic that planners can audit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F4AA202-DA63-36A1-D115-3CA2199A0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3" y="1160949"/>
            <a:ext cx="4140413" cy="37784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Vision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73152" cy="15087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52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achievement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planner with three algorithms and a step-by-step explainer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43000"/>
            <a:ext cx="73152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52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map data, load capacity, live fault detection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73152" cy="10058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Heap-based versions for thousands of nodes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788920"/>
            <a:ext cx="73152" cy="10058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takeaway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to build, quickest to recover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" y="44577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1D6805-149A-CFFC-2810-6AEE90F17094}"/>
              </a:ext>
            </a:extLst>
          </p:cNvPr>
          <p:cNvSpPr txBox="1"/>
          <p:nvPr/>
        </p:nvSpPr>
        <p:spPr>
          <a:xfrm>
            <a:off x="1004206" y="1971585"/>
            <a:ext cx="7511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240078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527</Words>
  <Application>Microsoft Office PowerPoint</Application>
  <PresentationFormat>On-screen Show (16:9)</PresentationFormat>
  <Paragraphs>106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Georgia</vt:lpstr>
      <vt:lpstr>Office Theme</vt:lpstr>
      <vt:lpstr>PowerPoint Presentation</vt:lpstr>
      <vt:lpstr>The Challenge</vt:lpstr>
      <vt:lpstr>Our Innovation</vt:lpstr>
      <vt:lpstr>How It Works</vt:lpstr>
      <vt:lpstr>Technology &amp; Algorithm</vt:lpstr>
      <vt:lpstr>Demo &amp; Impact</vt:lpstr>
      <vt:lpstr>Future Vision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Grid Connection Planner</dc:title>
  <dc:subject>PptxGenJS Presentation</dc:subject>
  <dc:creator>PptxGenJS</dc:creator>
  <cp:lastModifiedBy>Admin</cp:lastModifiedBy>
  <cp:revision>2</cp:revision>
  <dcterms:created xsi:type="dcterms:W3CDTF">2026-10-03T06:49:03Z</dcterms:created>
  <dcterms:modified xsi:type="dcterms:W3CDTF">2026-10-03T07:04:22Z</dcterms:modified>
</cp:coreProperties>
</file>